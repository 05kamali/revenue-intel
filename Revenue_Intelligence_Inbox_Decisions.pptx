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EB8EB"/>
                </a:solidFill>
              </a:defRPr>
            </a:pPr>
            <a:r>
              <a:t>01 · MANAGER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Build a decision-ready inbox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8249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Problem  </a:t>
            </a:r>
            <a:r>
              <a:rPr sz="1300">
                <a:solidFill>
                  <a:srgbClr val="17243B"/>
                </a:solidFill>
              </a:rPr>
              <a:t>Call and meeting records arrive in batches; text is incomplete, labels can be misleading and some conversations have several purposes.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066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Scope  </a:t>
            </a:r>
            <a:r>
              <a:rPr sz="1300">
                <a:solidFill>
                  <a:srgbClr val="17243B"/>
                </a:solidFill>
              </a:rPr>
              <a:t>44 unique records (30 calls, 14 meetings). 17 usable texts initially; 18 after the M07 update. Coverage = usable text / all unique source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21024"/>
            <a:ext cx="10927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Finding 1 · M07  </a:t>
            </a:r>
            <a:r>
              <a:rPr sz="1300">
                <a:solidFill>
                  <a:srgbClr val="17243B"/>
                </a:solidFill>
              </a:rPr>
              <a:t>A working workaround is not proof the original defect is resolved. Evidence: M07, turns 8–15 and the update transcript.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80560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59028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Guardrail  </a:t>
            </a:r>
            <a:r>
              <a:rPr sz="1300">
                <a:solidFill>
                  <a:srgbClr val="17243B"/>
                </a:solidFill>
              </a:rPr>
              <a:t>This selected, adapted extract is not a representative performance sample. No deal values or confirmed outcomes are invented.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82"/>
                </a:solidFill>
              </a:defRPr>
            </a:pPr>
            <a:r>
              <a:t>Revenue Intelligence Inbox · Local-first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EB8EB"/>
                </a:solidFill>
              </a:defRPr>
            </a:pPr>
            <a:r>
              <a:t>02 · A FOCUSED MANAGER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Interface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8249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Overview  </a:t>
            </a:r>
            <a:r>
              <a:rPr sz="1300">
                <a:solidFill>
                  <a:srgbClr val="17243B"/>
                </a:solidFill>
              </a:rPr>
              <a:t>Headline counts, activity by call representative / meeting organiser, route counts and priority records.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32304"/>
            <a:ext cx="10927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Conversation detail  </a:t>
            </a:r>
            <a:r>
              <a:rPr sz="1300">
                <a:solidFill>
                  <a:srgbClr val="17243B"/>
                </a:solidFill>
              </a:rPr>
              <a:t>Summary, suggested route, exact quote or 1-based meeting turn, uncertainty, next action and full supplied 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Filters  </a:t>
            </a:r>
            <a:r>
              <a:rPr sz="1300">
                <a:solidFill>
                  <a:srgbClr val="17243B"/>
                </a:solidFill>
              </a:rPr>
              <a:t>Person and source-type filters are more useful than date-only filtering because all supplied activity is on one local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159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2569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Deliberately omitted  </a:t>
            </a:r>
            <a:r>
              <a:rPr sz="1300">
                <a:solidFill>
                  <a:srgbClr val="17243B"/>
                </a:solidFill>
              </a:rPr>
              <a:t>No pipeline forecast, deal-value total, rep ranking or live CRM integration: the source package does not support those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82"/>
                </a:solidFill>
              </a:defRPr>
            </a:pPr>
            <a:r>
              <a:t>Metrics and filters run dynamically in the browser; summaries and initial route suggestions are pre-generated.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EB8EB"/>
                </a:solidFill>
              </a:defRPr>
            </a:pPr>
            <a:r>
              <a:t>03 · EVIDENCE → DESTINATION →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Routing and difficult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8249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Routes  </a:t>
            </a:r>
            <a:r>
              <a:rPr sz="1300">
                <a:solidFill>
                  <a:srgbClr val="17243B"/>
                </a:solidFill>
              </a:rPr>
              <a:t>Sales coaching · Deal follow-up · Customer support · Internal follow-up · Needs review. Multiple routes are allowed when justified.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066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Finding 2 · C03  </a:t>
            </a:r>
            <a:r>
              <a:rPr sz="1300">
                <a:solidFill>
                  <a:srgbClr val="17243B"/>
                </a:solidFill>
              </a:rPr>
              <a:t>“Send the email and we can speak Monday or Tuesday.” Route to Deal follow-up + Sales coaching; confirm requirement/budget without calling it a qualified deal.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21024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Finding 3 · C01  </a:t>
            </a:r>
            <a:r>
              <a:rPr sz="1300">
                <a:solidFill>
                  <a:srgbClr val="17243B"/>
                </a:solidFill>
              </a:rPr>
              <a:t>“I didn't ask for this call, and I'm not interested.” Route to Sales coaching; respect the stated preference rather than count the pitch as positive interest.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45152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Outputs  </a:t>
            </a:r>
            <a:r>
              <a:rPr sz="1300">
                <a:solidFill>
                  <a:srgbClr val="17243B"/>
                </a:solidFill>
              </a:rPr>
              <a:t>Route-specific Markdown files share source IDs; a JSON manifest links source records, paths, review state and manual override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82"/>
                </a:solidFill>
              </a:defRPr>
            </a:pPr>
            <a:r>
              <a:t>Source text is adapted and abridged; evidence is cited by meeting turn or exact call quote.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EB8EB"/>
                </a:solidFill>
              </a:defRPr>
            </a:pPr>
            <a:r>
              <a:t>04 · CHECK THE NUMBERS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Verification and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8249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Count check  </a:t>
            </a:r>
            <a:r>
              <a:rPr sz="1300">
                <a:solidFill>
                  <a:srgbClr val="17243B"/>
                </a:solidFill>
              </a:rPr>
              <a:t>Initial import: 44 unique source_type + source_id pairs. Repeat import: still 44. Update import: still 44; usable text changes from 17 to 18.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10927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066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Update semantics  </a:t>
            </a:r>
            <a:r>
              <a:rPr sz="1300">
                <a:solidFill>
                  <a:srgbClr val="17243B"/>
                </a:solidFill>
              </a:rPr>
              <a:t>Revision 2 replaces M07 source content; revision 1 is ignored if replayed afterwards. Other records remain unchanged.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56432"/>
            <a:ext cx="10927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Manual correction  </a:t>
            </a:r>
            <a:r>
              <a:rPr sz="1300">
                <a:solidFill>
                  <a:srgbClr val="17243B"/>
                </a:solidFill>
              </a:rPr>
              <a:t>A manager override is stored separately from source payload. M07 route remains after update and browser refresh.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159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25696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Evidence check  </a:t>
            </a:r>
            <a:r>
              <a:rPr sz="1300">
                <a:solidFill>
                  <a:srgbClr val="17243B"/>
                </a:solidFill>
              </a:rPr>
              <a:t>M07 explicitly distinguishes Invoice Inbox Review workaround from the unresolved Recreate payment upload issue; analysis is marked pending review after the source changes.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82"/>
                </a:solidFill>
              </a:defRPr>
            </a:pPr>
            <a:r>
              <a:t>Replay buttons and browser localStorage make the required checks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2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1031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EB8EB"/>
                </a:solidFill>
              </a:defRPr>
            </a:pPr>
            <a:r>
              <a:t>05 · 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Trade-offs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82495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Rejected decision  </a:t>
            </a:r>
            <a:r>
              <a:rPr sz="1300">
                <a:solidFill>
                  <a:srgbClr val="17243B"/>
                </a:solidFill>
              </a:rPr>
              <a:t>Rejected automatic route replacement on every source update because it can erase manager judgment. Accepted trade-off: preserve the override and mark changed analysis pending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06624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AI usage  </a:t>
            </a:r>
            <a:r>
              <a:rPr sz="1300">
                <a:solidFill>
                  <a:srgbClr val="17243B"/>
                </a:solidFill>
              </a:rPr>
              <a:t>Initial summaries/routes are pre-generated, human-assisted review aids. No live AI service or API key is used; counts, filters, imports, overrides and manifest are dynamic.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621024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Limitations  </a:t>
            </a:r>
            <a:r>
              <a:rPr sz="1300">
                <a:solidFill>
                  <a:srgbClr val="17243B"/>
                </a:solidFill>
              </a:rPr>
              <a:t>LocalStorage is browser-profile-specific; no multi-user sync. Non-curated records use deterministic review heuristics. The selected extract cannot support rep rankings or pipeline totals.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45152"/>
            <a:ext cx="10927080" cy="941832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3867E8"/>
                </a:solidFill>
              </a:rPr>
              <a:t>Next  </a:t>
            </a:r>
            <a:r>
              <a:rPr sz="1300">
                <a:solidFill>
                  <a:srgbClr val="17243B"/>
                </a:solidFill>
              </a:rPr>
              <a:t>Candidate should record a continuous three-minute spoken screen capture using RECORDING_OUTLINE.md and verify the exported paths before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B82"/>
                </a:solidFill>
              </a:defRPr>
            </a:pPr>
            <a:r>
              <a:t>Approximate effort represented: ~7 hours (estimate, not a tracked timesheet).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